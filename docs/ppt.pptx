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7" r:id="rId5"/>
  </p:sldMasterIdLst>
  <p:notesMasterIdLst>
    <p:notesMasterId r:id="rId16"/>
  </p:notesMasterIdLst>
  <p:sldIdLst>
    <p:sldId id="271" r:id="rId6"/>
    <p:sldId id="258" r:id="rId7"/>
    <p:sldId id="274" r:id="rId8"/>
    <p:sldId id="259" r:id="rId9"/>
    <p:sldId id="260" r:id="rId10"/>
    <p:sldId id="275" r:id="rId11"/>
    <p:sldId id="273" r:id="rId12"/>
    <p:sldId id="261" r:id="rId13"/>
    <p:sldId id="266" r:id="rId14"/>
    <p:sldId id="270" r:id="rId1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D2DB76-8D7C-4AE2-9B58-F8D5E9741CAB}">
          <p14:sldIdLst>
            <p14:sldId id="271"/>
            <p14:sldId id="258"/>
            <p14:sldId id="274"/>
            <p14:sldId id="259"/>
            <p14:sldId id="260"/>
            <p14:sldId id="275"/>
            <p14:sldId id="273"/>
            <p14:sldId id="261"/>
          </p14:sldIdLst>
        </p14:section>
        <p14:section name="Untitled Section" id="{05F31C8B-5A1D-4B8D-BD9C-7F59133A120A}">
          <p14:sldIdLst>
            <p14:sldId id="266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35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3EB6C-23AE-4C1E-80E0-A82E2828780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028DC-02A5-4F27-86EA-D9B4BF9103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608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" name="Google Shape;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72916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78129218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2c78129218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6161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8" descr="LOGO.gif"/>
          <p:cNvPicPr preferRelativeResize="0"/>
          <p:nvPr/>
        </p:nvPicPr>
        <p:blipFill rotWithShape="1">
          <a:blip r:embed="rId2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8" name="Google Shape;28;p8" descr="LOGO.gif"/>
            <p:cNvPicPr preferRelativeResize="0"/>
            <p:nvPr/>
          </p:nvPicPr>
          <p:blipFill rotWithShape="1">
            <a:blip r:embed="rId2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0" name="Google Shape;30;p8" descr="logo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3211606" y="635634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8" descr="LOGO.gif"/>
          <p:cNvPicPr preferRelativeResize="0"/>
          <p:nvPr/>
        </p:nvPicPr>
        <p:blipFill rotWithShape="1">
          <a:blip r:embed="rId2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8" name="Google Shape;28;p8" descr="LOGO.gif"/>
            <p:cNvPicPr preferRelativeResize="0"/>
            <p:nvPr/>
          </p:nvPicPr>
          <p:blipFill rotWithShape="1">
            <a:blip r:embed="rId2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0" name="Google Shape;30;p8" descr="logo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3211606" y="635634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8" descr="LOGO.gif"/>
          <p:cNvPicPr preferRelativeResize="0"/>
          <p:nvPr/>
        </p:nvPicPr>
        <p:blipFill rotWithShape="1">
          <a:blip r:embed="rId2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8" name="Google Shape;28;p8" descr="LOGO.gif"/>
            <p:cNvPicPr preferRelativeResize="0"/>
            <p:nvPr/>
          </p:nvPicPr>
          <p:blipFill rotWithShape="1">
            <a:blip r:embed="rId2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0" name="Google Shape;30;p8" descr="logo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3211606" y="635634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8" descr="LOGO.gif"/>
          <p:cNvPicPr preferRelativeResize="0"/>
          <p:nvPr/>
        </p:nvPicPr>
        <p:blipFill rotWithShape="1">
          <a:blip r:embed="rId2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8" name="Google Shape;28;p8" descr="LOGO.gif"/>
            <p:cNvPicPr preferRelativeResize="0"/>
            <p:nvPr/>
          </p:nvPicPr>
          <p:blipFill rotWithShape="1">
            <a:blip r:embed="rId2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0" name="Google Shape;30;p8" descr="logo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3211606" y="635634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8" descr="LOGO.gif"/>
          <p:cNvPicPr preferRelativeResize="0"/>
          <p:nvPr/>
        </p:nvPicPr>
        <p:blipFill rotWithShape="1">
          <a:blip r:embed="rId2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8" name="Google Shape;28;p8" descr="LOGO.gif"/>
            <p:cNvPicPr preferRelativeResize="0"/>
            <p:nvPr/>
          </p:nvPicPr>
          <p:blipFill rotWithShape="1">
            <a:blip r:embed="rId2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0" name="Google Shape;30;p8" descr="logo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3211606" y="635634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Google Shape;15;p7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7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" name="Google Shape;17;p7" descr="LOGO.gif"/>
          <p:cNvPicPr preferRelativeResize="0"/>
          <p:nvPr/>
        </p:nvPicPr>
        <p:blipFill rotWithShape="1"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7" descr="LOGO.gif"/>
          <p:cNvPicPr preferRelativeResize="0"/>
          <p:nvPr/>
        </p:nvPicPr>
        <p:blipFill rotWithShape="1"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7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7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1" name="Google Shape;21;p7" descr="LOGO.gif"/>
            <p:cNvPicPr preferRelativeResize="0"/>
            <p:nvPr/>
          </p:nvPicPr>
          <p:blipFill rotWithShape="1">
            <a:blip r:embed="rId3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23" name="Google Shape;23;p7" descr="logo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Google Shape;15;p7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7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" name="Google Shape;17;p7" descr="LOGO.gif"/>
          <p:cNvPicPr preferRelativeResize="0"/>
          <p:nvPr/>
        </p:nvPicPr>
        <p:blipFill rotWithShape="1"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7" descr="LOGO.gif"/>
          <p:cNvPicPr preferRelativeResize="0"/>
          <p:nvPr/>
        </p:nvPicPr>
        <p:blipFill rotWithShape="1"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7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7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1" name="Google Shape;21;p7" descr="LOGO.gif"/>
            <p:cNvPicPr preferRelativeResize="0"/>
            <p:nvPr/>
          </p:nvPicPr>
          <p:blipFill rotWithShape="1">
            <a:blip r:embed="rId3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23" name="Google Shape;23;p7" descr="logo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Google Shape;15;p7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7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" name="Google Shape;17;p7" descr="LOGO.gif"/>
          <p:cNvPicPr preferRelativeResize="0"/>
          <p:nvPr/>
        </p:nvPicPr>
        <p:blipFill rotWithShape="1"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7" descr="LOGO.gif"/>
          <p:cNvPicPr preferRelativeResize="0"/>
          <p:nvPr/>
        </p:nvPicPr>
        <p:blipFill rotWithShape="1"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7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7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1" name="Google Shape;21;p7" descr="LOGO.gif"/>
            <p:cNvPicPr preferRelativeResize="0"/>
            <p:nvPr/>
          </p:nvPicPr>
          <p:blipFill rotWithShape="1">
            <a:blip r:embed="rId3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23" name="Google Shape;23;p7" descr="logo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Google Shape;15;p7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7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" name="Google Shape;17;p7" descr="LOGO.gif"/>
          <p:cNvPicPr preferRelativeResize="0"/>
          <p:nvPr/>
        </p:nvPicPr>
        <p:blipFill rotWithShape="1">
          <a:blip r:embed="rId4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7" descr="LOGO.gif"/>
          <p:cNvPicPr preferRelativeResize="0"/>
          <p:nvPr/>
        </p:nvPicPr>
        <p:blipFill rotWithShape="1">
          <a:blip r:embed="rId4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7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7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1" name="Google Shape;21;p7" descr="LOGO.gif"/>
            <p:cNvPicPr preferRelativeResize="0"/>
            <p:nvPr/>
          </p:nvPicPr>
          <p:blipFill rotWithShape="1">
            <a:blip r:embed="rId4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23" name="Google Shape;23;p7" descr="logo.jp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5" name="Google Shape;15;p7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7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" name="Google Shape;17;p7" descr="LOGO.gif"/>
          <p:cNvPicPr preferRelativeResize="0"/>
          <p:nvPr/>
        </p:nvPicPr>
        <p:blipFill rotWithShape="1"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7" descr="LOGO.gif"/>
          <p:cNvPicPr preferRelativeResize="0"/>
          <p:nvPr/>
        </p:nvPicPr>
        <p:blipFill rotWithShape="1"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7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7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1" name="Google Shape;21;p7" descr="LOGO.gif"/>
            <p:cNvPicPr preferRelativeResize="0"/>
            <p:nvPr/>
          </p:nvPicPr>
          <p:blipFill rotWithShape="1">
            <a:blip r:embed="rId3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23" name="Google Shape;23;p7" descr="logo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6" name="Google Shape;46;p10"/>
          <p:cNvSpPr txBox="1"/>
          <p:nvPr/>
        </p:nvSpPr>
        <p:spPr>
          <a:xfrm>
            <a:off x="-457200" y="2118089"/>
            <a:ext cx="9144000" cy="4087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/>
            </a:pPr>
            <a:endParaRPr lang="en-IN" sz="2400" b="1" kern="0" dirty="0" smtClean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/>
            </a:pPr>
            <a:r>
              <a:rPr lang="en-IN" sz="2400" b="1" kern="0" dirty="0" smtClean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File Sharing Syste</a:t>
            </a:r>
            <a:r>
              <a:rPr lang="en-IN" sz="2400" b="1" kern="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</a:t>
            </a:r>
            <a:endParaRPr lang="en-IN" sz="2400" b="1" kern="0" dirty="0" smtClean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/>
            </a:pP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r>
              <a:rPr kumimoji="0" lang="en-I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Lakshay Garg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, 23109906</a:t>
            </a:r>
            <a:r>
              <a:rPr kumimoji="0" lang="en-I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40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r>
              <a:rPr kumimoji="0" lang="en-IN" altLang="en-US" sz="1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Kunal</a:t>
            </a:r>
            <a:r>
              <a:rPr kumimoji="0" lang="en-I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Bhatia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, 23109906</a:t>
            </a:r>
            <a:r>
              <a:rPr lang="en-IN" b="1" kern="0" dirty="0" smtClean="0">
                <a:solidFill>
                  <a:srgbClr val="1F497D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38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r>
              <a:rPr lang="en-IN" b="1" kern="0" dirty="0" err="1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Priyanshu</a:t>
            </a:r>
            <a:r>
              <a:rPr lang="en-IN" b="1" kern="0" dirty="0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Srivastava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2310991183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r>
              <a:rPr lang="en-IN" b="1" kern="0" dirty="0" err="1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Mudit</a:t>
            </a:r>
            <a:r>
              <a:rPr lang="en-IN" b="1" kern="0" dirty="0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IN" b="1" kern="0" dirty="0" err="1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Kalra</a:t>
            </a:r>
            <a:r>
              <a:rPr lang="en-US" b="1" kern="0" dirty="0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231099</a:t>
            </a:r>
            <a:r>
              <a:rPr lang="en-IN" b="1" kern="0" dirty="0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0660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Class Group: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Guide Name :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r>
              <a:rPr lang="en-IN" b="1" kern="0" dirty="0" err="1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Md</a:t>
            </a:r>
            <a:r>
              <a:rPr lang="en-IN" b="1" kern="0" dirty="0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IN" b="1" kern="0" dirty="0" err="1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Nurul</a:t>
            </a:r>
            <a:r>
              <a:rPr lang="en-IN" b="1" kern="0" dirty="0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Islam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r>
              <a:rPr kumimoji="0" lang="en-I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FSE Trainer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  <a:defRPr/>
            </a:pP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  <a:defRPr/>
            </a:pP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7" name="Google Shape;47;p10"/>
          <p:cNvSpPr txBox="1"/>
          <p:nvPr/>
        </p:nvSpPr>
        <p:spPr>
          <a:xfrm>
            <a:off x="1535837" y="971140"/>
            <a:ext cx="562836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Full Stack Engineering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body" idx="1"/>
          </p:nvPr>
        </p:nvSpPr>
        <p:spPr>
          <a:xfrm>
            <a:off x="441434" y="1198177"/>
            <a:ext cx="8604912" cy="548670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lphaUcParenR"/>
            </a:pPr>
            <a:r>
              <a:rPr lang="en-US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GOALS:</a:t>
            </a:r>
          </a:p>
          <a:p>
            <a:pPr marL="342900"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lphaUcParenR"/>
            </a:pPr>
            <a:endParaRPr lang="en-US" altLang="en-US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secure and scalable file sharing platform where users can upload, store, and share files easily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traditional file sharing methods (like USB, email attachments) with a centralized digital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marL="800100" lv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Ensure fast access, reliability, and smooth user experience across devices</a:t>
            </a:r>
            <a:r>
              <a:rPr lang="en-US" sz="1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OBJECTIVES: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Objective: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strong full-stack system using Node.js, Express, MySQL, and React,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authentication, validation, and efficient file handling.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Objective: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simple and intuitive interface where users can upload files, create folders, and share content without confusion.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Objective: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JWT authentication, password hashing, and access control to keep user data safe. </a:t>
            </a:r>
          </a:p>
          <a:p>
            <a:pPr marL="800100" lv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arenR"/>
            </a:pPr>
            <a:endParaRPr lang="en-US" alt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endParaRPr lang="en-US" alt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VISUAL IDEA</a:t>
            </a:r>
            <a:r>
              <a:rPr lang="en-US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83580" y="1738207"/>
            <a:ext cx="716414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Folder-based layout similar to Google Drive for better organization.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A clean dashboard UI where users can easily see their files and folders.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Clear buttons like Upload, Create Folder, Share for easy navigation.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Responsive design so it works smoothly on mobile, tablet, and desktop. </a:t>
            </a:r>
          </a:p>
        </p:txBody>
      </p:sp>
    </p:spTree>
    <p:extLst>
      <p:ext uri="{BB962C8B-B14F-4D97-AF65-F5344CB8AC3E}">
        <p14:creationId xmlns:p14="http://schemas.microsoft.com/office/powerpoint/2010/main" val="21693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73" name="PlaceHolder 2"/>
          <p:cNvSpPr>
            <a:spLocks noGrp="1"/>
          </p:cNvSpPr>
          <p:nvPr>
            <p:ph type="body" idx="1"/>
          </p:nvPr>
        </p:nvSpPr>
        <p:spPr>
          <a:xfrm>
            <a:off x="95205" y="652738"/>
            <a:ext cx="8229600" cy="452596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file sharing methods like USB drives, email attachments, or messaging apps are inefficient and unorganized. Files often get lost, duplicated, or difficult to manage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proper centralized system where users can store, organize, and access their files anytime from anywhere. This creates dependency on physical storage or scattered platforms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is a major concern in existing methods, as files can be accessed by unauthorized users, and there is no proper authentication or permission control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structured file management (folders, categorization, search) makes it difficult for users to handle large amounts of data efficiently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challenges highlight the need for a secure, organized, and user-friendly file sharing platform that ensures easy access, proper management, and controlled sharing of files. </a:t>
            </a:r>
          </a:p>
          <a:p>
            <a:pPr algn="just"/>
            <a:endParaRPr lang="en-US" alt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alt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0494" y="838200"/>
            <a:ext cx="8006052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File Sharing Platform is a full-stack web application that allows users to upload, store, manage, and share files in a centralized system. It eliminates the need for scattered storage methods.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create folders to organize files, making it easier to manage large amounts of data in a structured and efficient way, similar to modern cloud storage systems.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provides multiple sharing options, including sharing files with specific users or generating public links for easy access.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includes a secure authentication system, ensuring that only authorized users can access or modify files based on their permissions.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platform is designed to be scalable, user-friendly, and responsive, providing smooth performance across different devices and handling increasing data efficiently.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80" y="838201"/>
            <a:ext cx="7923321" cy="2455416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React 19 for creating a dynamic and component-based user interface.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Styled with Tailwind CSS for fast and responsive design.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as a build tool for faster development and performance.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Router DOM handles navigation between different pages.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making API requests to the backend.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8373" y="3185900"/>
            <a:ext cx="8278427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is used as the runtime environment for server-side logic.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 is used to build RESTful APIs and handle requests efficiently.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Sequelize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ORM simplifies database operations and model management.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(JSON Web Tokens) is used for secure authentication.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file uploads on the server.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ZOD is used for input validation.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secure password hashing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9444" y="5584805"/>
            <a:ext cx="87045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is used as a relational database to store user data, file details, and folder structure.</a:t>
            </a:r>
          </a:p>
        </p:txBody>
      </p:sp>
    </p:spTree>
    <p:extLst>
      <p:ext uri="{BB962C8B-B14F-4D97-AF65-F5344CB8AC3E}">
        <p14:creationId xmlns:p14="http://schemas.microsoft.com/office/powerpoint/2010/main" val="591276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1" y="942145"/>
            <a:ext cx="4516030" cy="2307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1" y="3825295"/>
            <a:ext cx="4537616" cy="24245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896" y="942146"/>
            <a:ext cx="4034264" cy="2307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897" y="3825294"/>
            <a:ext cx="4034264" cy="24245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7528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 idx="1"/>
          </p:nvPr>
        </p:nvSpPr>
        <p:spPr>
          <a:xfrm>
            <a:off x="362529" y="1150879"/>
            <a:ext cx="8229600" cy="452596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defTabSz="457200">
              <a:spcBef>
                <a:spcPts val="640"/>
              </a:spcBef>
              <a:buClr>
                <a:srgbClr val="000000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Upload &amp; Management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easily upload, view, download, and delete files. The system supports multiple file types and ensures smooth handling of file operations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defTabSz="457200">
              <a:spcBef>
                <a:spcPts val="640"/>
              </a:spcBef>
              <a:buClr>
                <a:srgbClr val="000000"/>
              </a:buClr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defTabSz="457200">
              <a:spcBef>
                <a:spcPts val="640"/>
              </a:spcBef>
              <a:buClr>
                <a:srgbClr val="000000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Folder Organization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create folders to organize their files in a structured way, making it easier to manage and locate data efficiently.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457200">
              <a:spcBef>
                <a:spcPts val="640"/>
              </a:spcBef>
              <a:buClr>
                <a:srgbClr val="000000"/>
              </a:buClr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defTabSz="457200">
              <a:spcBef>
                <a:spcPts val="640"/>
              </a:spcBef>
              <a:buClr>
                <a:srgbClr val="000000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Files can be shared with specific users or via public links, with proper access control to ensure data privacy and security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defTabSz="457200">
              <a:spcBef>
                <a:spcPts val="640"/>
              </a:spcBef>
              <a:buClr>
                <a:srgbClr val="000000"/>
              </a:buClr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defTabSz="457200">
              <a:spcBef>
                <a:spcPts val="640"/>
              </a:spcBef>
              <a:buClr>
                <a:srgbClr val="000000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Authorization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uses JWT-based authentication to verify users and restrict access based on permissions, ensuring secure usage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defTabSz="457200">
              <a:spcBef>
                <a:spcPts val="640"/>
              </a:spcBef>
              <a:buClr>
                <a:srgbClr val="000000"/>
              </a:buClr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defTabSz="457200">
              <a:spcBef>
                <a:spcPts val="640"/>
              </a:spcBef>
              <a:buClr>
                <a:srgbClr val="000000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&amp; User-Friendly Interface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Designed with a clean and intuitive UI, the platform works smoothly across desktop, tablet, and mobile devices.</a:t>
            </a:r>
            <a:endParaRPr lang="en-US" sz="1800" u="none" strike="noStrike" dirty="0">
              <a:solidFill>
                <a:schemeClr val="dk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uFillTx/>
                <a:latin typeface="Calibri" panose="020F0502020204030204"/>
              </a:rPr>
              <a:t>Conclusion</a:t>
            </a:r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9798" y="1252082"/>
            <a:ext cx="864685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File Sharing Platform provides a complete solution for secure, organized, and efficient file management, replacing traditional and unstructured methods.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features like file upload, folder organization, and controlled sharing, it improves productivity and makes file handling simple for users.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use of modern technologies like React, Node.js, and MySQL ensures that the system is scalable, fast, and reliable.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security measures such as JWT authentication and password hashing protect user data and ensure safe access.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future, the platform can be enhanced with features like cloud storage integration, file preview, and real-time collaboration.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c78129218a_0_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g2c78129218a_0_8"/>
          <p:cNvSpPr txBox="1"/>
          <p:nvPr/>
        </p:nvSpPr>
        <p:spPr>
          <a:xfrm>
            <a:off x="599825" y="2179350"/>
            <a:ext cx="7737900" cy="19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9600" b="1" i="0" u="none" strike="noStrike" kern="0" cap="none" spc="0" normalizeH="0" baseline="0" noProof="0">
                <a:ln>
                  <a:noFill/>
                </a:ln>
                <a:solidFill>
                  <a:srgbClr val="D6E3BC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</a:t>
            </a:r>
            <a:r>
              <a:rPr kumimoji="0" lang="en-US" sz="11500" b="1" i="0" u="none" strike="noStrike" kern="0" cap="none" spc="0" normalizeH="0" baseline="0" noProof="0">
                <a:ln>
                  <a:noFill/>
                </a:ln>
                <a:solidFill>
                  <a:srgbClr val="D6E3BC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 you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854</Words>
  <Application>Microsoft Office PowerPoint</Application>
  <PresentationFormat>On-screen Show (4:3)</PresentationFormat>
  <Paragraphs>105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2_Office Theme</vt:lpstr>
      <vt:lpstr>3_Office Theme</vt:lpstr>
      <vt:lpstr>1_Office Theme</vt:lpstr>
      <vt:lpstr>4_Office Theme</vt:lpstr>
      <vt:lpstr>PowerPoint Presentation</vt:lpstr>
      <vt:lpstr>Introduction</vt:lpstr>
      <vt:lpstr>Introduction</vt:lpstr>
      <vt:lpstr>Problem Statement</vt:lpstr>
      <vt:lpstr>System Overview</vt:lpstr>
      <vt:lpstr>Tech Stack</vt:lpstr>
      <vt:lpstr>PROJECT OVERVIEW</vt:lpstr>
      <vt:lpstr>Key Features</vt:lpstr>
      <vt:lpstr>Conclusion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 Gupta</dc:creator>
  <dc:description>generated using python-pptx</dc:description>
  <cp:lastModifiedBy>Microsoft account</cp:lastModifiedBy>
  <cp:revision>24</cp:revision>
  <dcterms:created xsi:type="dcterms:W3CDTF">2013-01-27T09:14:00Z</dcterms:created>
  <dcterms:modified xsi:type="dcterms:W3CDTF">2026-03-31T07:26:38Z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ICV">
    <vt:lpwstr>C4EEBC35416649AE9F0A0FCFF35CB76D_13</vt:lpwstr>
  </property>
  <property fmtid="{D5CDD505-2E9C-101B-9397-08002B2CF9AE}" pid="4" name="KSOProductBuildVer">
    <vt:lpwstr>1033-12.2.0.21931</vt:lpwstr>
  </property>
</Properties>
</file>